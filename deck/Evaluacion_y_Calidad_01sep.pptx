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 bloque recibe la salida de un módulo, calcula por su cuenta cuál debería haber sido, contrasta y emite un veredicto. La frontera del trabajo es una frase: la salida se le entrega. No voy a buscarla, y eso está razonado, no improvisado.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módulos, no dos. Y lo que no está no es un olvido: no hay recogida automática porque ningún módulo publica un punto de acceso, y un puente contra prototipos que cambian cada semana rompe lo único que un evaluador no puede permitirse: distinguir si falla el módulo o falla el puente.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Enseñar el panel por documento con CONTRATO ARRENDAMIENTO CRED: ocho de ocho campos leídos de un escaneo sin capa de texto, y debajo el texto reconocido. Después pegar la ficha de IAlert y enseñar la batería por encima, sin entrar caso por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ramas emiten el mismo objeto, con las mismas dos métricas y la misma regla de anclaje. Por eso el sistema no es una suma de validadores independientes.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el evaluador acepte que se equivocó vale más que un caso que pasa. Es la parte del trabajo que demuestra que discrimina.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tercero es el importante. El último apareció ayer: un caso daba FALLIDO a Martín por no declarar la antelación de una insignia de ficha, que es una cuenta atrás y no una alerta. Ahora dice PENDIENTE: falta una pantalla, no falla un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pasos que quedan. Y de paso, lo que necesito hoy: de Martín, las fichas que me faltan y la pantalla de avisos; de Álvaro, una segunda exportación de la misma consulta. La decisión del pie es la única que traigo: lo que decidamos hay que aplicarlo igual en el módulo y en el evaluador, o la discrepancia es de vocabulario y no de calidad.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de Evaluación y Calidad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el sistema cuando un módulo dice algo que el documento no sostiene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Íñigo Daza Arteche   ·   1 de septiembre de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243584" cy="347472"/>
          </a:xfrm>
          <a:prstGeom prst="roundRect">
            <a:avLst>
              <a:gd name="adj" fmla="val 50000"/>
            </a:avLst>
          </a:prstGeom>
          <a:solidFill>
            <a:srgbClr val="13361A"/>
          </a:solidFill>
          <a:ln w="12700">
            <a:solidFill>
              <a:srgbClr val="1336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16052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E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Superado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12848" y="4160520"/>
            <a:ext cx="1147572" cy="347472"/>
          </a:xfrm>
          <a:prstGeom prst="roundRect">
            <a:avLst>
              <a:gd name="adj" fmla="val 50000"/>
            </a:avLst>
          </a:prstGeom>
          <a:solidFill>
            <a:srgbClr val="3A1614"/>
          </a:solidFill>
          <a:ln w="12700">
            <a:solidFill>
              <a:srgbClr val="3A16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12848" y="4160520"/>
            <a:ext cx="11475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Fallido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6724" y="4160520"/>
            <a:ext cx="1339596" cy="347472"/>
          </a:xfrm>
          <a:prstGeom prst="roundRect">
            <a:avLst>
              <a:gd name="adj" fmla="val 50000"/>
            </a:avLst>
          </a:prstGeom>
          <a:solidFill>
            <a:srgbClr val="2A2926"/>
          </a:solidFill>
          <a:ln w="12700">
            <a:solidFill>
              <a:srgbClr val="2A29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06724" y="4160520"/>
            <a:ext cx="13395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C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◌  Pendiente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funciona hoy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módulos con batería de preguntas cerrada y ejecutada contra la salida real del compañero.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2295144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baterías, integradas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660904"/>
            <a:ext cx="4315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 y Álvaro entran en el sistema con sus preguntas propias. La de Juan ya estaba.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475488" cy="47548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4123944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interfaz por módulo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4489704"/>
            <a:ext cx="4315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a quién evaluar, se entrega su salida y el sistema hace todo lo demás.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2331720"/>
            <a:ext cx="475488" cy="47548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251192" y="2295144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completo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251192" y="2660904"/>
            <a:ext cx="4315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Lee, deduce qué debería haber salido, contrasta, puntúa por severidad y redacta.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4160520"/>
            <a:ext cx="475488" cy="475488"/>
          </a:xfrm>
          <a:prstGeom prst="ellipse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251192" y="4123944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está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251192" y="4489704"/>
            <a:ext cx="4315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recogida automática de la salida: alguien la pega. Es una decisión de alcance, y está razonada.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3620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casos diseñados · 13 criterios cualitativos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documento de Martín, de principio a fin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arrendamiento escaneados. Ninguno traía texto: son fotocopias.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603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07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escanea la imagen y saca el texto por su cuenta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56432" y="2148840"/>
            <a:ext cx="25603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30752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730752" y="2907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Enseñar lo leído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30752" y="32918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el texto reconocido, para poder comprobar cada valor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2784" y="2148840"/>
            <a:ext cx="25603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47104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547104" y="2907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Deducir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47104" y="32918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cláusulas salen las fechas, el plazo y la prórroga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89136" y="2148840"/>
            <a:ext cx="25603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63456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363456" y="2907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63456" y="32918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entonces se mira lo que dijo el módulo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empezó dando veredicto sobre 1 de los 13 documentos. Hoy sobre 11.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23620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cuando el escaneo no da para más, el veredicto lo dice: «no se ha podido comprobar» no es «sin incidencias».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módulos, dos formatos, el mismo veredicto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34924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2103120"/>
            <a:ext cx="475488" cy="47548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719072" y="2121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 · documentos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74320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escaneados, sin texto dentro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reconocer la imagen antes de poder leer nada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contrasta es una lectura contra otra lectura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578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4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0" y="2103120"/>
            <a:ext cx="475488" cy="47548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88352" y="2121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· exportación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7432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no hay documentos: el módulo entrega JSON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evaluador rehace la puntuación y el orden por su cuenta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decide él mismo qué proyectos son equivalentes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comparable no son los módulos: es el veredicto.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prueba que sí encuentra algo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validador que sólo aprueba no está demostrado.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C1C1A"/>
          </a:solidFill>
          <a:ln w="12700">
            <a:solidFill>
              <a:srgbClr val="3433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7432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módulo de Álvaro, dos proyectos que NO son equivalentes al pedido adelantan en el ranking a uno que sí lo es.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caso reñido, y el propio autor lo señala como el más interesante.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evaluador no lo detecta mirando la puntuación: la rehace desde las señales declaradas.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propuse antes otro hallazgo y Álvaro demostró que mi premisa era falsa. Rehíce el caso con los datos que me aportó, y ahora pasa.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la última reunión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475488" cy="47548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◍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1655064"/>
            <a:ext cx="10168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Llegó el corpus real y obligó a rehacer la lectura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2020824"/>
            <a:ext cx="10168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Trece contratos de RALSA, ninguno con texto dentro. Hubo que reconocer la imagen para poder leer una sola fecha.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475488" cy="47548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118104"/>
            <a:ext cx="10168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al evaluador contra una verdad que no ha escrito él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3483864"/>
            <a:ext cx="10168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Leí unos cuantos documentos a mano, campo a campo, y contra eso se mide el sistema. No cuántos lee: cuántos lee bien, y cuántas veces se calla cuando debe.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475488" cy="475488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617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4581144"/>
            <a:ext cx="10168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fallos propios, encontrados y corregidos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946904"/>
            <a:ext cx="10168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del mismo tipo: el evaluador acusaba a un compañero de algo que no había hecho. Es el error que este bloque existe para detectar.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siguientes pasos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dos módulos del proyecto por cerrar conmigo.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487168"/>
            <a:ext cx="10515600" cy="1572768"/>
          </a:xfrm>
          <a:prstGeom prst="roundRect">
            <a:avLst>
              <a:gd name="adj" fmla="val 4651"/>
            </a:avLst>
          </a:prstGeom>
          <a:solidFill>
            <a:srgbClr val="1C1C1A"/>
          </a:solidFill>
          <a:ln w="12700">
            <a:solidFill>
              <a:srgbClr val="3433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816352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816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74320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Mencía  ·  Cerrar su módulo con ella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3182112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DA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exportación trae los hechos y las contradicciones en el mismo fichero. Quiero repasarla con ella antes de dar nada por bueno, y después necesito una segunda exportación para comprobar que una corrección se refleja.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242816"/>
            <a:ext cx="10515600" cy="1572768"/>
          </a:xfrm>
          <a:prstGeom prst="roundRect">
            <a:avLst>
              <a:gd name="adj" fmla="val 4651"/>
            </a:avLst>
          </a:prstGeom>
          <a:solidFill>
            <a:srgbClr val="1C1C1A"/>
          </a:solidFill>
          <a:ln w="12700">
            <a:solidFill>
              <a:srgbClr val="3433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457200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44988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 ·  Empezar el suyo desde cero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493776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DA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no hay nada todavía, y no por dejarlo: no sé qué entrega ni en qué formato. Escribirle preguntas sin haber visto una salida real sería el mismo error que mido en los demás.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01675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una decisión que no puedo tomar solo: cuando un contrato se renueva por tramos, ¿qué plazo tiene pactado?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2026-08-31T16:54:29Z</dcterms:created>
  <dcterms:modified xsi:type="dcterms:W3CDTF">2026-08-31T16:54:29Z</dcterms:modified>
</cp:coreProperties>
</file>